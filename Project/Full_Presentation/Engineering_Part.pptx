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92"/>
  </p:normalViewPr>
  <p:slideViewPr>
    <p:cSldViewPr snapToGrid="0" snapToObjects="1">
      <p:cViewPr varScale="1">
        <p:scale>
          <a:sx n="76" d="100"/>
          <a:sy n="76" d="100"/>
        </p:scale>
        <p:origin x="21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03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42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11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76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49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4067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72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23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4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CE159-21DD-EA40-8C69-3364EAA5D9A7}" type="datetimeFigureOut">
              <a:rPr lang="fr-FR" smtClean="0"/>
              <a:t>19/03/2017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01DC4-D566-584B-B658-FEAFA43BA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38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535" y="4247292"/>
            <a:ext cx="3610404" cy="120346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968" y="1018926"/>
            <a:ext cx="3591354" cy="23343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27" y="1994895"/>
            <a:ext cx="4518111" cy="19259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28389" y="177579"/>
            <a:ext cx="64197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Engineering softwares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994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39666" y="409486"/>
            <a:ext cx="81822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Architecture of </a:t>
            </a:r>
            <a:r>
              <a:rPr lang="fr-FR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linky</a:t>
            </a:r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</a:t>
            </a:r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866" y="1332816"/>
            <a:ext cx="7303839" cy="552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/>
          <a:stretch/>
        </p:blipFill>
        <p:spPr>
          <a:xfrm>
            <a:off x="1156925" y="1219199"/>
            <a:ext cx="9878147" cy="472016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3608780" y="570468"/>
            <a:ext cx="497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First </a:t>
            </a:r>
            <a:r>
              <a:rPr lang="fr-FR" dirty="0" err="1" smtClean="0"/>
              <a:t>implementation</a:t>
            </a:r>
            <a:r>
              <a:rPr lang="fr-FR" dirty="0" smtClean="0"/>
              <a:t> of Kafka </a:t>
            </a:r>
            <a:r>
              <a:rPr lang="fr-FR" dirty="0" err="1" smtClean="0"/>
              <a:t>used</a:t>
            </a:r>
            <a:r>
              <a:rPr lang="fr-FR" dirty="0" smtClean="0"/>
              <a:t> for </a:t>
            </a:r>
            <a:r>
              <a:rPr lang="fr-FR" dirty="0" err="1" smtClean="0"/>
              <a:t>linky</a:t>
            </a:r>
            <a:r>
              <a:rPr lang="fr-FR" dirty="0" smtClean="0"/>
              <a:t> </a:t>
            </a:r>
            <a:r>
              <a:rPr lang="fr-FR" dirty="0" err="1" smtClean="0"/>
              <a:t>project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23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88"/>
          <a:stretch/>
        </p:blipFill>
        <p:spPr>
          <a:xfrm>
            <a:off x="1231192" y="949067"/>
            <a:ext cx="9750781" cy="5435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90867" y="579735"/>
            <a:ext cx="803143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Implementation</a:t>
            </a:r>
            <a:r>
              <a:rPr lang="fr-FR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 Kafka streaming </a:t>
            </a:r>
            <a:r>
              <a:rPr lang="fr-FR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</a:t>
            </a:r>
            <a:r>
              <a:rPr lang="fr-FR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</a:t>
            </a:r>
            <a:r>
              <a:rPr lang="fr-FR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linky</a:t>
            </a:r>
            <a:r>
              <a:rPr lang="fr-FR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</a:t>
            </a:r>
            <a:endParaRPr lang="fr-F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56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80" y="1778001"/>
            <a:ext cx="2578460" cy="2245442"/>
          </a:xfrm>
          <a:prstGeom prst="rect">
            <a:avLst/>
          </a:prstGeom>
        </p:spPr>
      </p:pic>
      <p:pic>
        <p:nvPicPr>
          <p:cNvPr id="3" name="Image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349" y="1778001"/>
            <a:ext cx="2578461" cy="224544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06" y="0"/>
            <a:ext cx="3247327" cy="138427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869415" y="4643990"/>
            <a:ext cx="435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High </a:t>
            </a:r>
            <a:r>
              <a:rPr lang="fr-FR" dirty="0" err="1" smtClean="0"/>
              <a:t>Availability</a:t>
            </a:r>
            <a:r>
              <a:rPr lang="fr-FR" dirty="0" smtClean="0"/>
              <a:t> </a:t>
            </a:r>
          </a:p>
          <a:p>
            <a:pPr algn="ctr"/>
            <a:r>
              <a:rPr lang="fr-FR" dirty="0" smtClean="0"/>
              <a:t>Security</a:t>
            </a:r>
            <a:endParaRPr lang="fr-FR" dirty="0"/>
          </a:p>
        </p:txBody>
      </p:sp>
      <p:pic>
        <p:nvPicPr>
          <p:cNvPr id="6" name="Image 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884" y="1642534"/>
            <a:ext cx="3880516" cy="274319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6958208" y="4643990"/>
            <a:ext cx="435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 smtClean="0"/>
              <a:t>Powerful</a:t>
            </a:r>
            <a:r>
              <a:rPr lang="fr-FR" dirty="0" smtClean="0"/>
              <a:t> console management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487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</Words>
  <Application>Microsoft Macintosh PowerPoint</Application>
  <PresentationFormat>Grand écran</PresentationFormat>
  <Paragraphs>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Clément Tailleur</dc:creator>
  <cp:lastModifiedBy>Clément Tailleur</cp:lastModifiedBy>
  <cp:revision>4</cp:revision>
  <dcterms:created xsi:type="dcterms:W3CDTF">2017-03-19T00:23:21Z</dcterms:created>
  <dcterms:modified xsi:type="dcterms:W3CDTF">2017-03-19T01:07:18Z</dcterms:modified>
</cp:coreProperties>
</file>